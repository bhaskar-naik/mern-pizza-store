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81" r:id="rId8"/>
    <p:sldId id="280" r:id="rId9"/>
    <p:sldId id="261" r:id="rId10"/>
    <p:sldId id="262" r:id="rId11"/>
    <p:sldId id="270" r:id="rId12"/>
    <p:sldId id="271" r:id="rId13"/>
    <p:sldId id="272" r:id="rId14"/>
    <p:sldId id="273" r:id="rId15"/>
    <p:sldId id="274" r:id="rId16"/>
    <p:sldId id="275" r:id="rId17"/>
    <p:sldId id="276" r:id="rId18"/>
    <p:sldId id="277" r:id="rId19"/>
    <p:sldId id="278" r:id="rId20"/>
    <p:sldId id="279" r:id="rId21"/>
    <p:sldId id="264" r:id="rId22"/>
    <p:sldId id="263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104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07749D-9806-4A4F-A640-2C159AB86FC2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39BAC-D545-4CE8-9B9A-7C599A8A1390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07749D-9806-4A4F-A640-2C159AB86FC2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39BAC-D545-4CE8-9B9A-7C599A8A1390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07749D-9806-4A4F-A640-2C159AB86FC2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39BAC-D545-4CE8-9B9A-7C599A8A1390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07749D-9806-4A4F-A640-2C159AB86FC2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39BAC-D545-4CE8-9B9A-7C599A8A1390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07749D-9806-4A4F-A640-2C159AB86FC2}" type="datetimeFigureOut">
              <a:rPr lang="en-IN" smtClean="0"/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39BAC-D545-4CE8-9B9A-7C599A8A1390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07749D-9806-4A4F-A640-2C159AB86FC2}" type="datetimeFigureOut">
              <a:rPr lang="en-IN" smtClean="0"/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39BAC-D545-4CE8-9B9A-7C599A8A1390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07749D-9806-4A4F-A640-2C159AB86FC2}" type="datetimeFigureOut">
              <a:rPr lang="en-IN" smtClean="0"/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39BAC-D545-4CE8-9B9A-7C599A8A1390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07749D-9806-4A4F-A640-2C159AB86FC2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39BAC-D545-4CE8-9B9A-7C599A8A1390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07749D-9806-4A4F-A640-2C159AB86FC2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39BAC-D545-4CE8-9B9A-7C599A8A1390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07749D-9806-4A4F-A640-2C159AB86FC2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39BAC-D545-4CE8-9B9A-7C599A8A1390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07749D-9806-4A4F-A640-2C159AB86FC2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39BAC-D545-4CE8-9B9A-7C599A8A1390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07749D-9806-4A4F-A640-2C159AB86FC2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439BAC-D545-4CE8-9B9A-7C599A8A1390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1" Type="http://schemas.openxmlformats.org/officeDocument/2006/relationships/image" Target="../media/image1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.jpeg"/><Relationship Id="rId1" Type="http://schemas.openxmlformats.org/officeDocument/2006/relationships/image" Target="../media/image1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.jpeg"/><Relationship Id="rId1" Type="http://schemas.openxmlformats.org/officeDocument/2006/relationships/image" Target="../media/image1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6.jpeg"/><Relationship Id="rId1" Type="http://schemas.openxmlformats.org/officeDocument/2006/relationships/image" Target="../media/image1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7.jpeg"/><Relationship Id="rId1" Type="http://schemas.openxmlformats.org/officeDocument/2006/relationships/image" Target="../media/image1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8.jpeg"/><Relationship Id="rId1" Type="http://schemas.openxmlformats.org/officeDocument/2006/relationships/image" Target="../media/image1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9.jpeg"/><Relationship Id="rId1" Type="http://schemas.openxmlformats.org/officeDocument/2006/relationships/image" Target="../media/image1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0.jpeg"/><Relationship Id="rId1" Type="http://schemas.openxmlformats.org/officeDocument/2006/relationships/image" Target="../media/image1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1.jpeg"/><Relationship Id="rId1" Type="http://schemas.openxmlformats.org/officeDocument/2006/relationships/image" Target="../media/image1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2.jpeg"/><Relationship Id="rId1" Type="http://schemas.openxmlformats.org/officeDocument/2006/relationships/image" Target="../media/image1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3.jpeg"/><Relationship Id="rId1" Type="http://schemas.openxmlformats.org/officeDocument/2006/relationships/image" Target="../media/image1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4.jpeg"/><Relationship Id="rId1" Type="http://schemas.openxmlformats.org/officeDocument/2006/relationships/image" Target="../media/image1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5.jpeg"/><Relationship Id="rId1" Type="http://schemas.openxmlformats.org/officeDocument/2006/relationships/image" Target="../media/image1.jpe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0320"/>
            <a:ext cx="12191999" cy="687254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694709" y="789709"/>
            <a:ext cx="68683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F66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Capstone Project Presentation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129394" y="2088573"/>
            <a:ext cx="5933209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0F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: Online Pizza Ordering System Using Mern Stack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182918" y="3429173"/>
            <a:ext cx="4135582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0F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</a:t>
            </a:r>
            <a:r>
              <a:rPr lang="en-IN" altLang="en-US" b="1" dirty="0">
                <a:solidFill>
                  <a:srgbClr val="F0F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F0F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 R Bhaskar Naik</a:t>
            </a:r>
            <a:endParaRPr lang="en-US" b="1" dirty="0">
              <a:solidFill>
                <a:srgbClr val="F0F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rgbClr val="F0F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Guide Name : </a:t>
            </a:r>
            <a:r>
              <a:rPr lang="en-IN" altLang="en-US" b="1" dirty="0">
                <a:solidFill>
                  <a:srgbClr val="F0F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F0F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Abhishek Sharma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4541"/>
            <a:ext cx="12191999" cy="688708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35182" y="550718"/>
            <a:ext cx="506037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F66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Overview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39091" y="1371600"/>
            <a:ext cx="10432473" cy="50321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solidFill>
                  <a:srgbClr val="F0F0F0"/>
                </a:solidFill>
              </a:rPr>
              <a:t>Pizza Hub</a:t>
            </a:r>
            <a:r>
              <a:rPr lang="en-US" dirty="0">
                <a:solidFill>
                  <a:srgbClr val="F0F0F0"/>
                </a:solidFill>
              </a:rPr>
              <a:t> is a web-based application that allows users to browse pizzas, place orders, and track their orders online.</a:t>
            </a:r>
            <a:endParaRPr lang="en-US" dirty="0"/>
          </a:p>
          <a:p>
            <a:pPr>
              <a:lnSpc>
                <a:spcPct val="150000"/>
              </a:lnSpc>
            </a:pPr>
            <a:endParaRPr lang="en-US" dirty="0"/>
          </a:p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F0F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Purpose of the Project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0F0F0"/>
                </a:solidFill>
              </a:rPr>
              <a:t>Simplify online food ordering</a:t>
            </a:r>
            <a:endParaRPr lang="en-US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0F0F0"/>
                </a:solidFill>
              </a:rPr>
              <a:t>Provide a smooth user experience</a:t>
            </a:r>
            <a:endParaRPr lang="en-US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0F0F0"/>
                </a:solidFill>
              </a:rPr>
              <a:t>Allow admins to manage pizzas and orders</a:t>
            </a:r>
            <a:endParaRPr lang="en-US" dirty="0"/>
          </a:p>
          <a:p>
            <a:pPr>
              <a:lnSpc>
                <a:spcPct val="150000"/>
              </a:lnSpc>
            </a:pPr>
            <a:endParaRPr lang="en-US" dirty="0"/>
          </a:p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F0F0F0"/>
                </a:solidFill>
              </a:rPr>
              <a:t>Key Users</a:t>
            </a:r>
            <a:endParaRPr lang="en-US" sz="20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0F0F0"/>
                </a:solidFill>
              </a:rPr>
              <a:t>Customers</a:t>
            </a:r>
            <a:endParaRPr lang="en-US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0F0F0"/>
                </a:solidFill>
              </a:rPr>
              <a:t>Admin</a:t>
            </a:r>
            <a:endParaRPr lang="en-US" dirty="0"/>
          </a:p>
          <a:p>
            <a:endParaRPr lang="en-I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4541"/>
            <a:ext cx="12191999" cy="688708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35182" y="550718"/>
            <a:ext cx="506037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F66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Technology Stack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39091" y="1371600"/>
            <a:ext cx="10432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2" name="TextBox 1"/>
          <p:cNvSpPr txBox="1"/>
          <p:nvPr/>
        </p:nvSpPr>
        <p:spPr>
          <a:xfrm>
            <a:off x="1039091" y="1548245"/>
            <a:ext cx="10224654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000" b="1" dirty="0">
                <a:solidFill>
                  <a:srgbClr val="F0F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Frontend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F0F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React.js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F0F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Bootstrap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F0F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Redux (State Management)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sz="2000" b="1" dirty="0">
                <a:solidFill>
                  <a:srgbClr val="F0F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Backend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F0F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Node.js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F0F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Express.js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sz="2000" b="1" dirty="0">
                <a:solidFill>
                  <a:srgbClr val="F0F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F0F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MongoDB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4541"/>
            <a:ext cx="12191999" cy="688708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48146" y="477980"/>
            <a:ext cx="109312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solidFill>
                  <a:srgbClr val="FF66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Features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48146" y="1288473"/>
            <a:ext cx="10713027" cy="50321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000" b="1" dirty="0">
                <a:solidFill>
                  <a:srgbClr val="F0F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 Features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F0F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 Registration and Login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F0F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Browse pizza menu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F0F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Add items to cart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F0F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Place orders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sz="2000" b="1" dirty="0">
                <a:solidFill>
                  <a:srgbClr val="F0F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Admin Features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F0F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Manage menu items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F0F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Manage users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F0F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Update order status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F0F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View dashboard statistics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46809" y="394855"/>
            <a:ext cx="8863446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F66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</a:t>
            </a:r>
            <a:r>
              <a:rPr lang="en-IN" altLang="en-US" sz="4000" b="1" dirty="0">
                <a:solidFill>
                  <a:srgbClr val="FF66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sz="4000" b="1" dirty="0">
                <a:solidFill>
                  <a:srgbClr val="FF66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Diagram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0565" y="1102360"/>
            <a:ext cx="5690235" cy="55270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BG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Title"/>
          <p:cNvSpPr txBox="1"/>
          <p:nvPr/>
        </p:nvSpPr>
        <p:spPr>
          <a:xfrm>
            <a:off x="457200" y="381000"/>
            <a:ext cx="7620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FF66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System Workflow</a:t>
            </a:r>
            <a:endParaRPr lang="en-IN" sz="3600" b="1" dirty="0"/>
          </a:p>
        </p:txBody>
      </p:sp>
      <p:sp>
        <p:nvSpPr>
          <p:cNvPr id="5" name="TextBox Caption"/>
          <p:cNvSpPr txBox="1"/>
          <p:nvPr/>
        </p:nvSpPr>
        <p:spPr>
          <a:xfrm>
            <a:off x="457200" y="6388800"/>
            <a:ext cx="11277600" cy="37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F0F0F0"/>
                </a:solidFill>
              </a:rPr>
              <a:t>Login required before browsing menu or adding to cart</a:t>
            </a:r>
            <a:endParaRPr lang="en-IN" dirty="0"/>
          </a:p>
        </p:txBody>
      </p:sp>
      <p:pic>
        <p:nvPicPr>
          <p:cNvPr id="2" name="Picture Workfl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43000"/>
            <a:ext cx="11277600" cy="51054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24000" y="2286000"/>
            <a:ext cx="9144000" cy="91440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5400" b="1" dirty="0">
                <a:solidFill>
                  <a:srgbClr val="FF66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Application Screenshots</a:t>
            </a:r>
            <a:endParaRPr lang="en-US" sz="5400" b="1" dirty="0">
              <a:solidFill>
                <a:srgbClr val="FF66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524000" y="3200400"/>
            <a:ext cx="9144000" cy="457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rgbClr val="F0F0F0"/>
                </a:solidFill>
                <a:latin typeface="Times New Roman" panose="02020603050405020304" pitchFamily="18" charset="0"/>
              </a:rPr>
              <a:t>User &amp; Admin Interface Showcases</a:t>
            </a:r>
            <a:endParaRPr lang="en-US" sz="2000" dirty="0">
              <a:solidFill>
                <a:srgbClr val="F0F0F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381000"/>
            <a:ext cx="7620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FF66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 Signup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7200" y="6388800"/>
            <a:ext cx="11277600" cy="37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F0F0F0"/>
                </a:solidFill>
              </a:rPr>
              <a:t>New User Registration Page</a:t>
            </a:r>
            <a:endParaRPr lang="en-IN" dirty="0"/>
          </a:p>
        </p:txBody>
      </p:sp>
      <p:pic>
        <p:nvPicPr>
          <p:cNvPr id="2" name="Picture 1" descr="User Signu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43000"/>
            <a:ext cx="11277600" cy="51054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381000"/>
            <a:ext cx="7620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FF66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 Login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7200" y="6388800"/>
            <a:ext cx="11277600" cy="37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F0F0F0"/>
                </a:solidFill>
              </a:rPr>
              <a:t>Login with Role Selection</a:t>
            </a:r>
            <a:endParaRPr lang="en-IN" dirty="0"/>
          </a:p>
        </p:txBody>
      </p:sp>
      <p:pic>
        <p:nvPicPr>
          <p:cNvPr id="2" name="Picture 1" descr="User Logi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43000"/>
            <a:ext cx="11277600" cy="51054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381000"/>
            <a:ext cx="7620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FF66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Home Page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7200" y="6388800"/>
            <a:ext cx="11277600" cy="37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F0F0F0"/>
                </a:solidFill>
              </a:rPr>
              <a:t>After Login - Browse Categories</a:t>
            </a:r>
            <a:endParaRPr lang="en-IN" dirty="0"/>
          </a:p>
        </p:txBody>
      </p:sp>
      <p:pic>
        <p:nvPicPr>
          <p:cNvPr id="2" name="Picture 1" descr="Home P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43000"/>
            <a:ext cx="11277600" cy="51054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381000"/>
            <a:ext cx="7620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FF66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Responsive Mobile View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7200" y="6388800"/>
            <a:ext cx="11277600" cy="37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F0F0F0"/>
                </a:solidFill>
              </a:rPr>
              <a:t>SPA - Menu on Mobile (Pixel 7)</a:t>
            </a:r>
            <a:endParaRPr lang="en-IN" dirty="0"/>
          </a:p>
        </p:txBody>
      </p:sp>
      <p:pic>
        <p:nvPicPr>
          <p:cNvPr id="2" name="Picture 1" descr="Responsive Mobile Vie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9700" y="1143000"/>
            <a:ext cx="8623935" cy="51054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381000"/>
            <a:ext cx="7620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altLang="en-US" sz="3600" b="1" dirty="0">
                <a:solidFill>
                  <a:srgbClr val="FF66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</a:t>
            </a:r>
            <a:r>
              <a:rPr lang="en-US" sz="3600" b="1" dirty="0">
                <a:solidFill>
                  <a:srgbClr val="FF66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</a:t>
            </a:r>
            <a:r>
              <a:rPr lang="en-IN" altLang="en-US" sz="3600" b="1" dirty="0">
                <a:solidFill>
                  <a:srgbClr val="FF66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art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7200" y="6388800"/>
            <a:ext cx="11277600" cy="37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F0F0F0"/>
                </a:solidFill>
              </a:rPr>
              <a:t>Browse Veg, Non-Veg &amp; More</a:t>
            </a:r>
            <a:endParaRPr lang="en-IN" dirty="0"/>
          </a:p>
        </p:txBody>
      </p:sp>
      <p:pic>
        <p:nvPicPr>
          <p:cNvPr id="2" name="Picture 1" descr="Items from Categorie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43000"/>
            <a:ext cx="11277600" cy="51054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381000"/>
            <a:ext cx="7620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FF66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Admin CRUD - Manage Menu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7200" y="6388800"/>
            <a:ext cx="11277600" cy="37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F0F0F0"/>
                </a:solidFill>
              </a:rPr>
              <a:t>Add, Edit &amp; Delete Menu Items</a:t>
            </a:r>
            <a:endParaRPr lang="en-IN" dirty="0"/>
          </a:p>
        </p:txBody>
      </p:sp>
      <p:pic>
        <p:nvPicPr>
          <p:cNvPr id="2" name="Picture 1" descr="Admin CRUD - Manage Menu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43000"/>
            <a:ext cx="11277600" cy="51054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381000"/>
            <a:ext cx="7620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FF66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Admin - Manage Orders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7200" y="6388800"/>
            <a:ext cx="11277600" cy="37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F0F0F0"/>
                </a:solidFill>
              </a:rPr>
              <a:t>Accept, Reject &amp; Track Orders</a:t>
            </a:r>
            <a:endParaRPr lang="en-IN" dirty="0"/>
          </a:p>
        </p:txBody>
      </p:sp>
      <p:pic>
        <p:nvPicPr>
          <p:cNvPr id="2" name="Picture 1" descr="Admin - Manage Order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43000"/>
            <a:ext cx="11277600" cy="51054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381000"/>
            <a:ext cx="7620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FF66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Admin - Generate Bill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7200" y="6388800"/>
            <a:ext cx="11277600" cy="37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F0F0F0"/>
                </a:solidFill>
              </a:rPr>
              <a:t>Tax Invoice / Bill of Supply</a:t>
            </a:r>
            <a:endParaRPr lang="en-IN" dirty="0"/>
          </a:p>
        </p:txBody>
      </p:sp>
      <p:pic>
        <p:nvPicPr>
          <p:cNvPr id="2" name="Picture 1" descr="Admin - Generate Bill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43000"/>
            <a:ext cx="11277600" cy="51054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381000"/>
            <a:ext cx="7620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FF66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Customer Notifications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7200" y="6388800"/>
            <a:ext cx="11277600" cy="37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F0F0F0"/>
                </a:solidFill>
              </a:rPr>
              <a:t>Order Status Notifications</a:t>
            </a:r>
            <a:endParaRPr lang="en-IN" dirty="0"/>
          </a:p>
        </p:txBody>
      </p:sp>
      <p:pic>
        <p:nvPicPr>
          <p:cNvPr id="2" name="Picture 1" descr="Customer Notification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43000"/>
            <a:ext cx="11277600" cy="51054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381000"/>
            <a:ext cx="7620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FF66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Delivery Mode Selection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7200" y="6388800"/>
            <a:ext cx="11277600" cy="37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F0F0F0"/>
                </a:solidFill>
              </a:rPr>
              <a:t>Home Delivery or Store Pickup</a:t>
            </a:r>
            <a:endParaRPr lang="en-IN" dirty="0"/>
          </a:p>
        </p:txBody>
      </p:sp>
      <p:pic>
        <p:nvPicPr>
          <p:cNvPr id="2" name="Picture 1" descr="Delivery Mode Selecti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43000"/>
            <a:ext cx="11277600" cy="51054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381000"/>
            <a:ext cx="7620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FF66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 Bill / Invoice View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7200" y="6388800"/>
            <a:ext cx="11277600" cy="37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F0F0F0"/>
                </a:solidFill>
              </a:rPr>
              <a:t>Customer Invoice from My Orders</a:t>
            </a:r>
            <a:endParaRPr lang="en-IN" dirty="0"/>
          </a:p>
        </p:txBody>
      </p:sp>
      <p:pic>
        <p:nvPicPr>
          <p:cNvPr id="2" name="Picture 1" descr="User Bill / Invoice Vie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43000"/>
            <a:ext cx="11277600" cy="51054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381000"/>
            <a:ext cx="7620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FF66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Monthly Revenue Dashboard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7200" y="6388800"/>
            <a:ext cx="11277600" cy="37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F0F0F0"/>
                </a:solidFill>
              </a:rPr>
              <a:t>Admin Revenue Analytics</a:t>
            </a:r>
            <a:endParaRPr lang="en-IN" dirty="0"/>
          </a:p>
        </p:txBody>
      </p:sp>
      <p:pic>
        <p:nvPicPr>
          <p:cNvPr id="2" name="Picture 1" descr="Monthly Revenue Dashboar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43000"/>
            <a:ext cx="11277600" cy="51054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550718" y="498764"/>
            <a:ext cx="11003973" cy="4799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4000" b="1" dirty="0">
                <a:solidFill>
                  <a:srgbClr val="FF66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 Improvements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0F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solidFill>
                  <a:srgbClr val="F0F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Online Payment Integration</a:t>
            </a:r>
            <a:br>
              <a:rPr lang="en-US" dirty="0">
                <a:solidFill>
                  <a:srgbClr val="F0F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solidFill>
                  <a:srgbClr val="F0F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Enable secure payments using UPI, cards, and wallets.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0F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solidFill>
                  <a:srgbClr val="F0F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Real-Time Order Tracking</a:t>
            </a:r>
            <a:br>
              <a:rPr lang="en-US" dirty="0">
                <a:solidFill>
                  <a:srgbClr val="F0F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solidFill>
                  <a:srgbClr val="F0F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Allow users to track orders with live status updates.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F0F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AI-Based Recommendations</a:t>
            </a:r>
            <a:br>
              <a:rPr lang="en-US" dirty="0">
                <a:solidFill>
                  <a:srgbClr val="F0F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solidFill>
                  <a:srgbClr val="F0F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Provide personalized suggestions and chatbot support.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F0F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solidFill>
                  <a:srgbClr val="F0F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Enhanced Security</a:t>
            </a:r>
            <a:br>
              <a:rPr lang="en-US" sz="2000" dirty="0">
                <a:solidFill>
                  <a:srgbClr val="F0F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solidFill>
                  <a:srgbClr val="F0F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 2FA, secure authentication, and data protection.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19545" y="561109"/>
            <a:ext cx="599555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F6666"/>
                </a:solidFill>
              </a:rPr>
              <a:t>Conclusion</a:t>
            </a:r>
            <a:endParaRPr lang="en-IN" sz="4000" b="1" dirty="0"/>
          </a:p>
        </p:txBody>
      </p:sp>
      <p:sp>
        <p:nvSpPr>
          <p:cNvPr id="8" name="TextBox 7"/>
          <p:cNvSpPr txBox="1"/>
          <p:nvPr/>
        </p:nvSpPr>
        <p:spPr>
          <a:xfrm>
            <a:off x="592281" y="1268995"/>
            <a:ext cx="7699664" cy="31854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F0F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Outcomes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0F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Successfully built a </a:t>
            </a:r>
            <a:r>
              <a:rPr lang="en-US" b="1" dirty="0">
                <a:solidFill>
                  <a:srgbClr val="F0F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full-stack pizza ordering system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0F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Implemented </a:t>
            </a:r>
            <a:r>
              <a:rPr lang="en-US" b="1" dirty="0">
                <a:solidFill>
                  <a:srgbClr val="F0F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secure authentication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0F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Developed </a:t>
            </a:r>
            <a:r>
              <a:rPr lang="en-US" b="1" dirty="0">
                <a:solidFill>
                  <a:srgbClr val="F0F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admin and user modules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0F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Improved skills in </a:t>
            </a:r>
            <a:r>
              <a:rPr lang="en-US" b="1" dirty="0">
                <a:solidFill>
                  <a:srgbClr val="F0F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MERN stack development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  <a:p>
            <a:endParaRPr lang="en-IN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1917</Words>
  <Application>WPS Presentation</Application>
  <PresentationFormat>Widescreen</PresentationFormat>
  <Paragraphs>128</Paragraphs>
  <Slides>21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30" baseType="lpstr">
      <vt:lpstr>Arial</vt:lpstr>
      <vt:lpstr>SimSun</vt:lpstr>
      <vt:lpstr>Wingdings</vt:lpstr>
      <vt:lpstr>Times New Roman</vt:lpstr>
      <vt:lpstr>Microsoft YaHei</vt:lpstr>
      <vt:lpstr>Arial Unicode MS</vt:lpstr>
      <vt:lpstr>Calibri Light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Mujahid Mahedi</dc:creator>
  <cp:lastModifiedBy>Bhaskar Naik</cp:lastModifiedBy>
  <cp:revision>12</cp:revision>
  <dcterms:created xsi:type="dcterms:W3CDTF">2026-03-16T12:40:00Z</dcterms:created>
  <dcterms:modified xsi:type="dcterms:W3CDTF">2026-03-18T04:25:16Z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BD07631CE01040F5B8D439A1E0D94DF5_13</vt:lpwstr>
  </property>
  <property fmtid="{D5CDD505-2E9C-101B-9397-08002B2CF9AE}" pid="3" name="KSOProductBuildVer">
    <vt:lpwstr>1033-12.2.0.23196</vt:lpwstr>
  </property>
</Properties>
</file>