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7749D-9806-4A4F-A640-2C159AB86FC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9BAC-D545-4CE8-9B9A-7C599A8A13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7749D-9806-4A4F-A640-2C159AB86FC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9BAC-D545-4CE8-9B9A-7C599A8A13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7749D-9806-4A4F-A640-2C159AB86FC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9BAC-D545-4CE8-9B9A-7C599A8A13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7749D-9806-4A4F-A640-2C159AB86FC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9BAC-D545-4CE8-9B9A-7C599A8A13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7749D-9806-4A4F-A640-2C159AB86FC2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9BAC-D545-4CE8-9B9A-7C599A8A13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7749D-9806-4A4F-A640-2C159AB86FC2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9BAC-D545-4CE8-9B9A-7C599A8A13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7749D-9806-4A4F-A640-2C159AB86FC2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9BAC-D545-4CE8-9B9A-7C599A8A13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7749D-9806-4A4F-A640-2C159AB86FC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9BAC-D545-4CE8-9B9A-7C599A8A13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7749D-9806-4A4F-A640-2C159AB86FC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9BAC-D545-4CE8-9B9A-7C599A8A13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7749D-9806-4A4F-A640-2C159AB86FC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9BAC-D545-4CE8-9B9A-7C599A8A13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7749D-9806-4A4F-A640-2C159AB86FC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9BAC-D545-4CE8-9B9A-7C599A8A13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07749D-9806-4A4F-A640-2C159AB86FC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39BAC-D545-4CE8-9B9A-7C599A8A139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20"/>
            <a:ext cx="12191999" cy="68725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94709" y="789709"/>
            <a:ext cx="68683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Presentation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29394" y="2088573"/>
            <a:ext cx="59332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: Online Pizza Ordering System Using Mern Stack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36918" y="2951018"/>
            <a:ext cx="413558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 R Bhaskar Naik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 Name : Abhishek Sharma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541"/>
            <a:ext cx="12191999" cy="68870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5182" y="550718"/>
            <a:ext cx="50603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39091" y="1371600"/>
            <a:ext cx="10432473" cy="5032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0F0F0"/>
                </a:solidFill>
              </a:rPr>
              <a:t>Pizza Hub</a:t>
            </a:r>
            <a:r>
              <a:rPr lang="en-US" dirty="0">
                <a:solidFill>
                  <a:srgbClr val="F0F0F0"/>
                </a:solidFill>
              </a:rPr>
              <a:t> is a web-based application that allows users to browse pizzas, place orders, and track their orders online.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the Project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0F0"/>
                </a:solidFill>
              </a:rPr>
              <a:t>Simplify online food ordering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0F0"/>
                </a:solidFill>
              </a:rPr>
              <a:t>Provide a smooth user experience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0F0"/>
                </a:solidFill>
              </a:rPr>
              <a:t>Allow admins to manage pizzas and orders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0F0F0"/>
                </a:solidFill>
              </a:rPr>
              <a:t>Key Users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0F0"/>
                </a:solidFill>
              </a:rPr>
              <a:t>Customers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0F0"/>
                </a:solidFill>
              </a:rPr>
              <a:t>Admin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541"/>
            <a:ext cx="12191999" cy="68870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5182" y="550718"/>
            <a:ext cx="50603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39091" y="1371600"/>
            <a:ext cx="1043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1039091" y="1548245"/>
            <a:ext cx="1022465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Redux (State Management)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Express.js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541"/>
            <a:ext cx="12191999" cy="68870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8146" y="477980"/>
            <a:ext cx="10931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8146" y="1288473"/>
            <a:ext cx="10713027" cy="5032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Features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and Login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Browse pizza menu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items to cart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 orders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Features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menu items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users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order status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dashboard statistics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6809" y="394855"/>
            <a:ext cx="88634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 And Er Diagram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790" y="1548244"/>
            <a:ext cx="4554683" cy="47382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9442" y="1374485"/>
            <a:ext cx="4493588" cy="45200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2836" y="477982"/>
            <a:ext cx="64839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Screenshots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21482" y="5735782"/>
            <a:ext cx="4374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0F0F0"/>
                </a:solidFill>
              </a:rPr>
              <a:t>User View</a:t>
            </a:r>
            <a:endParaRPr lang="en-IN" dirty="0"/>
          </a:p>
        </p:txBody>
      </p:sp>
      <p:pic>
        <p:nvPicPr>
          <p:cNvPr id="2" name="Picture 1" descr="user's different categories men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100" y="1186180"/>
            <a:ext cx="9817735" cy="51930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0" y="5467534"/>
            <a:ext cx="3262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0F0F0"/>
                </a:solidFill>
              </a:rPr>
              <a:t>Admin View</a:t>
            </a:r>
            <a:endParaRPr lang="en-IN" dirty="0"/>
          </a:p>
        </p:txBody>
      </p:sp>
      <p:pic>
        <p:nvPicPr>
          <p:cNvPr id="2" name="Picture 1" descr="Screenshot 2026-03-17 0240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0" y="761365"/>
            <a:ext cx="10849610" cy="53346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50718" y="498764"/>
            <a:ext cx="1100397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rgbClr val="FF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Payment Integration</a:t>
            </a:r>
            <a:br>
              <a:rPr lang="en-US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secure payments using UPI, cards, and wallets.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Order Tracking</a:t>
            </a:r>
            <a:br>
              <a:rPr lang="en-US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track orders with live status updates.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Support</a:t>
            </a:r>
            <a:br>
              <a:rPr lang="en-US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Android &amp; iOS apps for better accessibility.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Recommendations</a:t>
            </a:r>
            <a:br>
              <a:rPr lang="en-US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personalized suggestions and chatbot support.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Security</a:t>
            </a:r>
            <a:br>
              <a:rPr lang="en-US" sz="2000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2FA, secure authentication, and data protection.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9545" y="561109"/>
            <a:ext cx="59955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6666"/>
                </a:solidFill>
              </a:rPr>
              <a:t>Conclusion</a:t>
            </a:r>
            <a:endParaRPr lang="en-IN" sz="4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92281" y="1268995"/>
            <a:ext cx="7699664" cy="3185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Outcomes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built a </a:t>
            </a:r>
            <a:r>
              <a:rPr lang="en-US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full-stack pizza ordering system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lang="en-US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</a:t>
            </a:r>
            <a:r>
              <a:rPr lang="en-US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and user modules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skills in </a:t>
            </a:r>
            <a:r>
              <a:rPr lang="en-US" b="1" dirty="0">
                <a:solidFill>
                  <a:srgbClr val="F0F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MERN stack development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1378</Words>
  <Application>WPS Presentation</Application>
  <PresentationFormat>Widescreen</PresentationFormat>
  <Paragraphs>78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SimSun</vt:lpstr>
      <vt:lpstr>Wingdings</vt:lpstr>
      <vt:lpstr>Times New Roman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Mujahid Mahedi</dc:creator>
  <cp:lastModifiedBy>Bhaskar Naik</cp:lastModifiedBy>
  <cp:revision>6</cp:revision>
  <dcterms:created xsi:type="dcterms:W3CDTF">2026-03-16T12:40:00Z</dcterms:created>
  <dcterms:modified xsi:type="dcterms:W3CDTF">2026-03-17T02:43:18Z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412525CF30C149A981428A1BE3727DF4_13</vt:lpwstr>
  </property>
  <property fmtid="{D5CDD505-2E9C-101B-9397-08002B2CF9AE}" pid="3" name="KSOProductBuildVer">
    <vt:lpwstr>1033-12.2.0.23196</vt:lpwstr>
  </property>
</Properties>
</file>